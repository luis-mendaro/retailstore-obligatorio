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F94C5-A14C-45CB-9037-51CA33AF8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86FF89-B157-480C-8519-8DA4FE635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E8E6FE-F52D-424C-B7D1-06705EBC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4DE962-0BE0-499F-8119-51CEF565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7FF818-EFE5-4103-A601-B3F3F31E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7834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137D3-C0D6-4A05-A7FC-2169C4B5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EDF13-4057-49C3-9470-6939E8749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38C54-B221-4C1B-8896-10D06124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A4C09F-470B-4A60-AF5D-C46FB0851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3A5B5-1CDA-46BF-9792-18A8C66A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56314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B34A0-6F56-4656-8B00-E79C9109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12A020-D74E-4223-BB47-AE8EF64A9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E67532-026D-4AA2-ABFD-FC4D82A4A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14CF52-E9F9-405C-A65F-942F6544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06BF70-5AD4-46F6-B4EA-B1EF143D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8612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B812D-4A19-4F7B-B641-00FC71D4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52744-92FC-4ACF-8A2F-3BBEC5D38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2A36FC-6E66-4468-A7A3-B6F3F6447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5E23C9-C959-4C9E-BC8B-223932B5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56F052-B567-4392-B70C-08B35AE0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BDE95-63D8-4002-991D-A0298762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54296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80C46-DF69-48FD-8255-479B4114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CBEE9A-159E-47EE-8DB9-53EF8FD70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F4A035-A0A9-4A6C-A6D6-558E9C541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6D457C-E405-420E-B83E-9A7596DEF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8468B14-BD7D-4209-B64B-3DC5B24A1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97C11D-FB95-41D1-A39D-90AB9D92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872F84A-A49E-4A96-8A7A-9A6C7A14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31AC89-1C23-46E5-A2D1-060C2AF5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38207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48E7D-8CF2-41B3-B830-11C59104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B8CB27-DE6C-4ECE-BE66-0370CC82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C9B602-7406-4CA1-8E85-8D245487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F01CE6A-141B-459C-A879-FE2598B9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65527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459601-6451-4C78-9BD3-C2A854F3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10775C-5B39-4D1F-A9BD-37536DAFE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53E89D-1E9D-41F4-AAA5-C79DC04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54439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BFB93-5F7C-40ED-B0B3-00DBD9CF0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B2370-5AD7-44C7-8AB2-A0F7A44EA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9E3CBE-3367-46A3-83EF-DD96A38AD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B65925-4343-4EFA-81CB-58851596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A5962C-7FAC-4A40-B0BB-B1E269CB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C50599-3DF6-4944-B3BC-2AC563AB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4478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FA9D5-7703-43EE-A3B1-F84BE1B3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E90E4E-2A49-4B16-A853-77B3DB099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35C739-BF7D-466D-A5A4-81B3CCC17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6CD0A3-1A84-41E7-B65E-14292409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D09C1F-184A-426A-A06D-C0AED57C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90CA6B-CDBD-4BA3-AE85-FE8BDC9C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80321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7B50A-AE7E-4357-84D6-40FC12B6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5C3C23-4340-4933-8D59-8077D9197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47D88-2F64-4689-8FC3-3B33552D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D41B3B-2016-4FCF-B1F8-87D583FE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F30F20-EDAD-453A-8A5E-40211892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7720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EF7C16-F51F-441E-BFC1-DB7C8BBA8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46968F-6E23-4A8F-9062-DD3DB5BFC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BF132B-60E3-4651-92F3-A8DF12B5A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64D69F-2132-40DB-8178-D6AD3840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BF6CA7-18ED-4FC0-A9A8-AAF8B99F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55574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9A1CBC-D7FE-4F91-BC5D-8CFA63933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B974C3-7E46-4EB2-A176-C79F73612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DD4D12-2328-4B9C-81D8-38550C586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9572C-D466-4C0D-90F6-9591D4B1825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DADF33-1E32-4850-A297-3213C85D9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D93B89-B163-4812-A88E-52B234735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54D4-C2BB-46D7-B225-51C03E06750A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50690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3440A-EB49-4730-A6BA-6D40B99F71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05D760-A2F1-48D0-87C3-7EFB7F65A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B54DF1-0C04-4B78-AEAA-BAF6F259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931"/>
            <a:ext cx="12192000" cy="62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67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ignacio</dc:creator>
  <cp:lastModifiedBy>luis ignacio</cp:lastModifiedBy>
  <cp:revision>1</cp:revision>
  <dcterms:created xsi:type="dcterms:W3CDTF">2026-06-27T14:36:59Z</dcterms:created>
  <dcterms:modified xsi:type="dcterms:W3CDTF">2026-06-27T14:38:55Z</dcterms:modified>
</cp:coreProperties>
</file>