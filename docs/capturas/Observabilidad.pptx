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7F427-8B2D-4CFD-B220-9D7612898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CA10FC-A54E-4251-BDDB-D3251C7C9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ED05B-0329-4CAB-98BE-302A7914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8731BF-651F-4FEA-A3A3-B0A79164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74FDA4-DD36-497D-A86F-6236E194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3347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63ED4-FA9D-4AC9-AB9D-CF221AA0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2C452F-6EA9-4E85-8156-34E006C76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AF658-C799-41CD-8D67-C40FC905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CD6696-E8B9-44AD-8063-3F8018E9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084601-46AE-4C2F-90AD-B56891E2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63808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A1E58-25DE-45FA-80EE-2FE3131D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CDD1B2-0CB3-45C1-9F6F-E84C531A0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DEC331-11E1-42A7-A453-D978D8E2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81D9AC-88EC-4498-AEDF-AC54D633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3F637B-D085-492C-AAD8-C11E6A83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7507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4675C-CD50-4AC6-8EC1-8635D743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96B2E-F763-4801-B640-0C56D408B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D92661-96BA-45C0-AF66-5C07BF043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A519B9-6A2C-48AA-AFC3-987F743C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ED793-70C9-4F7F-A034-3DBB4D93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872A36-8B9A-4020-85E8-74685844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0743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B5ECA-9218-477F-A616-9BC138F6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69835A-E950-4EF3-A91F-F51129C2D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F6B653-2418-4B82-BFA5-FBAEE1E9D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FAD563-501C-412A-BB5C-C4B0943C4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2372CA-6256-4A7D-8450-B4221D5C2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A08B10-31DA-48C0-B251-3F9D7F8A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55037D-CFCB-4510-8533-689983D8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2654B1-E24A-4220-B611-B9465C65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434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706C9-EB5B-4ECB-A4FE-A9597C88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88689D-1A23-48ED-BD57-D44163F8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D720D9-6E94-4200-B72A-1F3C5050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11572D-5C6A-4C57-BAE0-E2A8D774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5788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995896-47FE-4F36-B90A-58A9EB49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2B3E5C-2B20-4169-8BF3-79557AD2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FB22C7-769D-45FE-B6D5-2A3B6397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06384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F5CC7-7B6F-43F6-A1D7-A0B40FFF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F0FB4E-8567-4874-8D58-922FE156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583A3C-D688-44D9-BE32-497AF8045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C026E0-D5CD-46F8-BD1D-89451B3B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E80AC2-40D1-4A4B-B7C8-96AAFCBF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096CFE-7331-4ADC-808A-EFF52390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68713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4F4A3-7A36-4039-B959-184E20B4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D468C6-5B84-4579-8BE5-7B049FA59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530E7B-862E-4267-BA98-B7E893E72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E40119-BE3D-4A77-A89C-F61E42280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049851-CB7A-4C47-B558-30277F45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76146A-861B-42FA-AC0D-6D05289A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1922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5A922-7908-4C9F-A7B2-D8DFC3C9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701A52-713B-4713-839E-25B1266C8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1A7F17-2116-431B-A849-90BF2C6B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5BDC8-5BFA-4B89-A115-A7AA2DE5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58DCE2-E2A7-4B1F-9FBC-FC1061FFA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13747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208179-4970-4363-8893-1E84735B1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1ADBAE-0177-4F60-A6EC-A189D9830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83AC3A-D7A7-4AE7-BE68-C3BC065F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10A89B-A7B8-4FC1-B1FD-DCBB3F91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475DFC-5F65-4ADD-A5AE-099A3393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3377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9DCDF9-0442-4C30-A43A-3FAA074B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0CD6EF-5D73-43CF-90BF-6A25FCDA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997392-DDFB-4E27-AFBF-2C624217C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2AD4C-CAD3-41E8-9685-DE3E92CE3B20}" type="datetimeFigureOut">
              <a:rPr lang="es-UY" smtClean="0"/>
              <a:t>28/6/2026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1BE307-70A6-4DEC-A6A7-76D4D0528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F182A7-8A5D-4F67-898E-92F759A39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DE00A-5387-406F-9872-70215262A18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2285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98768-FA41-43FD-B960-2E2293ADD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F47BB0-D588-4F5D-827C-5B94BF46C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D4A321A-02FD-4BB6-B098-26C35203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910"/>
            <a:ext cx="12192000" cy="629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1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34FC7-4294-4B6E-8752-2E94988C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62558-5594-421A-B8A5-1F1C9AB24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893A56-A6E3-4A65-8E09-A9C11CE0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648"/>
            <a:ext cx="12192000" cy="618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3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50E7B-F9EC-43BF-817C-FAEDBC0D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7CCD0D-F5BE-43D1-AF55-48C3E04F7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16338E-6753-4DF9-B447-13B49CE7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109"/>
            <a:ext cx="12192000" cy="630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6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05C7E-53BE-4E68-AE10-0FCEC8E9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320DAE-A227-4AFE-AC71-F059707D6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84443B-2266-4DD6-88DF-904961E0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126"/>
            <a:ext cx="12192000" cy="633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0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5E2C0-00F5-4B05-93FB-AC3F1695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10ADA7-5746-49A7-A989-ED0A6FE3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0907E5-8AF2-4803-8848-045A5DEE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993"/>
            <a:ext cx="12192000" cy="637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0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3EEA7-92DD-4350-B9BC-5302DBD2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DB104-0099-445F-8A7E-1EBAEF0D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B7A611-9D0B-4F3E-8EE9-F243CED61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48"/>
            <a:ext cx="12192000" cy="63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0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26D31-CA04-4D61-AF71-36D80739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CC7A6F-333B-441F-B2CC-9914DF9D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EE94B7-B6E4-4678-87CC-C0BB9A065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16"/>
            <a:ext cx="12192000" cy="624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7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BF540-A36B-4F23-8625-5EE75EEB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E2D71-5B31-4B17-A90C-BB4EAC2B4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6F8C15-17B8-48E4-BFA3-067C88FC6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795"/>
            <a:ext cx="12192000" cy="610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6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8FC44-5460-433E-8603-59DCDFF0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618B74-F594-4381-B029-D149A1139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ED3D38-AD70-4FE9-9DC6-0478EA497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153"/>
            <a:ext cx="12192000" cy="607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30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4E356-2C25-49C5-BB37-B05E83EC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35C18F-1464-46F7-9983-65DEB78BC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29E4DC-6ED0-43F4-AFD3-3901A3FF4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047"/>
            <a:ext cx="12192000" cy="621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5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8B4B0-1635-45B9-9218-CBA4CA14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54DED-2AA4-444D-B35D-310DC0C2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3B8F7C-E192-40A6-A93A-DFB4A141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364"/>
            <a:ext cx="12192000" cy="611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0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B942B7-EAE3-4F96-89B9-59A96B821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065AC2-045B-4717-8BF3-CC06317F2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764"/>
            <a:ext cx="12192000" cy="61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4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84B19-85B5-4D86-AED3-F4CF5243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C90A03-4D31-4C37-BE5D-504E083EB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FDB30D-2CF0-47D9-AD82-48E4E4737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188"/>
            <a:ext cx="12192000" cy="607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58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4FD852-0ED2-4846-87D4-AE517ED9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623"/>
            <a:ext cx="12192000" cy="610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58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0</Words>
  <Application>Microsoft Office PowerPoint</Application>
  <PresentationFormat>Panorámica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ignacio</dc:creator>
  <cp:lastModifiedBy>luis ignacio</cp:lastModifiedBy>
  <cp:revision>7</cp:revision>
  <dcterms:created xsi:type="dcterms:W3CDTF">2026-06-28T18:43:16Z</dcterms:created>
  <dcterms:modified xsi:type="dcterms:W3CDTF">2026-06-28T22:27:18Z</dcterms:modified>
</cp:coreProperties>
</file>