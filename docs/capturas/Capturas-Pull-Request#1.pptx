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F413E-8138-46AC-BFDC-E076432240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44EB09-3ACC-4624-AC29-D2A130A1E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147EF3D-1B88-4268-AF6E-94AFA2C84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7A4B96-BA7E-452D-85F0-BFFC9DB24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A1C218-7092-4D60-9173-2D0332DEE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9050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0CB542-CF0A-443C-B997-731B109A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B8A04F-ABCC-4A75-A4CF-2507D91B9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F995CF-B78A-4FF8-BCED-6D35BBA43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3AE3F8-3C66-48F4-B053-BA4FFA004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6F0184-A937-49CC-997B-3407A48F2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596338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C1E03-686A-498F-8A5A-F30A8D9A0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F050A6-C047-4325-88B7-099017503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77F237-B47F-48C0-AE6A-C119286AB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01B272-7288-4F47-94A2-B65C1036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9A0E94-4783-4F29-83D2-DFB818A5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92100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EF30F3-68EE-471A-8FFD-B12812A36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6F6D7-438B-4198-85FE-3BE6E7216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465842-051B-490D-95F8-95ABE809D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984FAB-D376-4FFD-9E77-B3222506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81CED6-260F-4D4F-A6B2-9B92A4CFF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054F70-37EB-4E94-8FF0-38DF7325D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12492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C350B3-D48D-454C-8FAA-7EF24F86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82CD47-437C-4450-9BFA-63D00FF0B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8434E57-9FAD-46DD-84E0-4A02BE165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6116D55-47E0-4333-BB23-460D0DC2E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98285B3-7FD2-4F5D-93C3-43809E21A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3A4FA1-5E55-4C82-B31F-0267AE55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88CE19-540C-4C91-AE38-2C83B5B0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BCCE4D-3D6F-460B-BA28-4CF997F72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52986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41C12-ADEC-43B9-A2AB-291C87C0B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7908652-B8CA-4661-AF13-20119C182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ACA42C-3827-4B25-9B05-C832EF29B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876EA4-0126-4701-96F1-8A9C45CAF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41547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AB001E-5857-4102-8E4F-5D803EE44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C75193D-043D-4342-AE6F-737897CDD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3FDA93-0A88-4683-A085-342940102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1354012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CA8BC-786E-49C1-BF39-4AFD0F3D0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D06C5-F4E0-4B2D-B1AA-52431AAAF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260F60-CF18-4331-A971-437C00BDB1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EFDE8C-B48A-4F3E-8772-09D1C183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24D03C-E934-40A2-BB98-C057165B9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8EF103-71BE-4971-806E-6A766030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12690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E4AE40-7473-45A6-B027-DED05C4D8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EB0E134-2603-4E9E-B384-3764525420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Y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9A0EDAE-1EF7-4EAF-AC61-B58F25176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32A0F4-4A93-412A-B344-19E310519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93EB96-9BB7-4E1F-BB85-CCB9ABD1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FD98D6-4340-4C18-BB77-D38A1531F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902363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3C0751-1873-46F7-AD22-44B8D62C0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36D07D4-1B15-44CE-84B5-8FFD3B39E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26DB27-F385-40CB-9F1A-95E5E1E22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831CDF-000C-4BE1-A5EA-002B7A61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EA3C1C-FA1A-4580-BD53-12B5920D9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3878774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F485F18-B81F-4E88-819D-91988751FB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56B74F1-8B2E-40EF-810D-8F18B0262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150245-77DF-4575-824B-F74EDE5F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1893EB3-8744-4C39-AD8E-B77817AB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0F42D9-44F6-4B5F-AB8E-183201CF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508846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DD456C-82A3-41EB-984A-8F05A20B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UY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226D14D-8578-4D9A-8117-55144D514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UY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B4CF7A-2CD7-4540-9605-45DE096DCF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4A498D-2C9B-4E90-AD68-9ED944E2948C}" type="datetimeFigureOut">
              <a:rPr lang="es-UY" smtClean="0"/>
              <a:t>27/6/2026</a:t>
            </a:fld>
            <a:endParaRPr lang="es-UY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82890C-7ADF-4C41-A3CF-0609173A7C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Y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455ADA-642C-4BA9-A371-0FC54527D6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BB9EB-9328-4CFD-B841-90BB7C7433EF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603045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U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77045-8E69-4C85-B457-EF2CE3BE96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9D5556-9B7B-40FE-82E3-970A358B7B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UY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ADD432E-2FFA-493A-BE1A-14B5AE8A9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1127"/>
            <a:ext cx="12192000" cy="6355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05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D3B222-AE0D-482D-9D69-3FCA5F18D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2115" y="0"/>
            <a:ext cx="6551057" cy="329095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AC78AC4-4E80-469B-9F0A-F4AC3D8B1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115" y="3196570"/>
            <a:ext cx="6551057" cy="33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519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C3F77C8-4CAA-4B71-8962-E5AB5EAC8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059"/>
            <a:ext cx="12192000" cy="603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3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8647650-B224-4A51-9CD1-B141E27F2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8083"/>
            <a:ext cx="12192000" cy="594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652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37E02E-E247-4B7A-9890-31E0CA614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0170"/>
            <a:ext cx="12192000" cy="605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080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79FC17-53A3-40A1-A6BD-CEF94D06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2922"/>
            <a:ext cx="12192000" cy="575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80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5002F6-08FB-4994-8E5C-3D1A2E6E4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5105"/>
            <a:ext cx="12192000" cy="594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58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6FFF0B4-1763-4E4C-B6DB-40574969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7788"/>
            <a:ext cx="12192000" cy="61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976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75C734-97A2-4463-8E2E-516CD7FC7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15"/>
            <a:ext cx="12192000" cy="67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366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0E1FF3D-BCEB-40AE-BDEA-8C11B3E7C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1" y="0"/>
            <a:ext cx="110104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55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Panorámica</PresentationFormat>
  <Paragraphs>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ignacio</dc:creator>
  <cp:lastModifiedBy>luis ignacio</cp:lastModifiedBy>
  <cp:revision>3</cp:revision>
  <dcterms:created xsi:type="dcterms:W3CDTF">2026-06-27T12:08:57Z</dcterms:created>
  <dcterms:modified xsi:type="dcterms:W3CDTF">2026-06-27T12:35:15Z</dcterms:modified>
</cp:coreProperties>
</file>