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U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1B4A6D-34D0-4DAC-8920-E364588BF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669546-EF1E-4347-96BB-7553B7C29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D70FE7-540C-498A-93CB-D332FB7D0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590E3-C533-4B68-BAF1-7945415B2257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A8D26D-2007-4C5A-8A83-1B1026FDC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3718FE-C9AB-4ED9-B7D5-F7AAA17EB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D0E28-F540-445C-B1D6-A0246A5DBBAB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769190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40CC09-0D18-46D9-8975-5D33B0DA2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AD5682-CDB5-4358-9124-DFA3E9B93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48D743-BA62-4681-8C0B-0CA0EE79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590E3-C533-4B68-BAF1-7945415B2257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467E87-EE8E-4889-A3F4-A4E173F7E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EB8A88-DD6B-4C26-B76D-C8291A84F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D0E28-F540-445C-B1D6-A0246A5DBBAB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551430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B1E32A-76C3-4280-9A99-EC16E0F14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357E103-2928-49DF-BBDF-D19F3DFF2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6A07E0-E539-4123-99E6-66AF4ED3B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590E3-C533-4B68-BAF1-7945415B2257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0E762F-F5AE-478C-9088-D38426196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04970F-EA34-4B7F-8D04-5BF064D38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D0E28-F540-445C-B1D6-A0246A5DBBAB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4019394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6E619E-4F9E-4713-A0B9-5403D1C76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81B5CC-7EF0-4D40-8488-BA7CEE07A7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1C33AF7-6254-4DB5-A822-58F0B5AAB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F072F94-D8A0-4E9F-8181-0F34FF0B3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590E3-C533-4B68-BAF1-7945415B2257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4131E80-7E56-49AE-B3D9-BB75054E7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B1CF86-DA3E-4900-A1B6-62E74AB0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D0E28-F540-445C-B1D6-A0246A5DBBAB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093798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C467F-5268-4048-A81F-209864C3E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47EBBF-B37F-40EC-8206-E5A547812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7584B5A-F643-49F4-9A30-40B90A1DB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E53CF57-1519-4F27-AA0F-323D92C53C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4879914-26C4-40D4-8586-EF6D71F048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F9557F3-DE63-4678-981A-41591BB92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590E3-C533-4B68-BAF1-7945415B2257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92CFB67-F9A6-43D7-9C96-A82693AF4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67C942D-5DD7-4337-961E-A27B60112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D0E28-F540-445C-B1D6-A0246A5DBBAB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365141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ADF637-298F-4B64-8B53-28B2CE9DB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8E6549E-EA44-4BA2-B38E-6912F6404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590E3-C533-4B68-BAF1-7945415B2257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6D3E65B-B0C2-412C-BCD4-CD1B4F7D8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84ABE0-6B71-4F4F-BB9D-19B8614CD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D0E28-F540-445C-B1D6-A0246A5DBBAB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614302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70A7616-F6B0-4C0C-9EA6-ADBAA98A2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590E3-C533-4B68-BAF1-7945415B2257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A54BFD8-033E-42C9-9A24-AAFACCE84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24E58D-564F-410A-8100-13C344435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D0E28-F540-445C-B1D6-A0246A5DBBAB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730360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2A420D-0BB7-49AB-AD74-F2A0AD474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919C34-A832-4639-A2CA-17947364F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8218026-4594-4B36-8B7A-AD297BA4B7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4DB35A-AA25-4394-A418-5559AA9D7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590E3-C533-4B68-BAF1-7945415B2257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9F26472-10C1-4830-98FB-67B775D9E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BD6894-4186-42D6-BF78-024B93ECA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D0E28-F540-445C-B1D6-A0246A5DBBAB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152691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123372-6B85-4645-BE40-E858053DF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90DF27F-B607-4721-9D5B-A6C4C5DD2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UY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8CDCD1-3393-47D4-A9BC-69F90F9D2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56D301-5A2E-4F70-8459-DA1AA3286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590E3-C533-4B68-BAF1-7945415B2257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C16A9C-29A6-42E5-8264-505B0732B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E25292-3C8B-4015-9DC0-793D7821D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D0E28-F540-445C-B1D6-A0246A5DBBAB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50527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64381D-19B4-48AE-B136-5F1DEDDCB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C36DAC-1640-49D9-820D-3EAD220386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FDD007-6573-4053-8CD1-183A42B48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590E3-C533-4B68-BAF1-7945415B2257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244E05-DDB4-4A25-9015-B74AA08CE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C5D3A7-6DDF-4D93-B2D6-DAAAAF7B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D0E28-F540-445C-B1D6-A0246A5DBBAB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474965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9FA70C5-C926-46AB-83E1-6D761AFE38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D9602CA-22C2-480D-ACF7-C48790464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915DCC-907A-49C7-9544-81F667466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590E3-C533-4B68-BAF1-7945415B2257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539EF7-C526-4734-8B4E-83140B714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00E917-ABAF-46FD-A773-182B5B5F4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D0E28-F540-445C-B1D6-A0246A5DBBAB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868734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AD89B4-48BA-4C5B-AE8A-50225DFBF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ED0F88-D7E3-4A49-818B-5C090E8FF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5BC2D8-512A-4C8B-B4F9-0A2EE01214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590E3-C533-4B68-BAF1-7945415B2257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D9955E-5EAA-4FE0-97EF-11CB7D7354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C809BF-93D9-4839-A446-BA1AC156CF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BD0E28-F540-445C-B1D6-A0246A5DBBAB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639043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U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75357-55CE-4A90-873E-9A320B3474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CF71B1-D996-4011-B2A1-438327A7B2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UY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B276630-5839-4B5D-B15C-F90BA3325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7527"/>
            <a:ext cx="12192000" cy="608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339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10DBED-B721-47E0-BC0D-56C3D459A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E057F3-FCD1-4A3D-8FE9-DB1032082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UY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D8FA212-B2CC-43A4-A587-866625C4B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5227"/>
            <a:ext cx="12192000" cy="580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62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399160-B0E2-4B08-9E86-56C1200FA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4DD8BD-E057-4346-A08E-DFDB4FB4A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UY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814F1DD-A6E1-4162-AAF0-5A7DF7751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766"/>
            <a:ext cx="12192000" cy="596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507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597600-6AA2-4798-B371-A3A3CB5F5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E8D252-B85E-4092-967B-45E037E63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UY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DF11354-FD1E-4E61-9DDD-2B2582885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79" y="0"/>
            <a:ext cx="117586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722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BB3EE0-1AD9-4C48-8984-8452467F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EAFEF1-7062-45E9-A9C1-ACE1CB0BB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UY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B5BE279-7216-4AA0-9CB6-36ED3639E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10" y="0"/>
            <a:ext cx="112511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243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AB338C-B8E9-4EFC-9D9F-3BAD06FC8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D87127-D0D4-4E65-9AE0-A21C1BD51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UY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335A485-73DD-4997-A1E4-C5F86E6AE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2797"/>
            <a:ext cx="12192000" cy="601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109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9D6132-2C68-4787-990A-EB532993C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DEBA07-F30A-4253-BD71-8361551EA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UY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57E1560-BCA5-4451-A95E-528C28F37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664"/>
            <a:ext cx="12192000" cy="658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3302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Panorámica</PresentationFormat>
  <Paragraphs>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ignacio</dc:creator>
  <cp:lastModifiedBy>luis ignacio</cp:lastModifiedBy>
  <cp:revision>4</cp:revision>
  <dcterms:created xsi:type="dcterms:W3CDTF">2026-06-27T12:49:20Z</dcterms:created>
  <dcterms:modified xsi:type="dcterms:W3CDTF">2026-06-27T13:01:26Z</dcterms:modified>
</cp:coreProperties>
</file>