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62" r:id="rId16"/>
    <p:sldId id="271" r:id="rId17"/>
    <p:sldId id="278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A6C0B-D65D-4C20-BF07-B3827D1A0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D1F359-1480-4FA6-80F2-618AE274E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85F22-8A16-47A7-9EB3-07D965926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7AA39-4D3B-42F7-A45C-1083B6CF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3DBA24-08FD-45CE-A6F3-2F66E57A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51504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7A493-C9A0-4FEE-9105-513A8E99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C871EB-8955-4730-984F-88F30FF2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7196C2-A375-4842-8840-E589F3F8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DFC9DC-63FE-46B1-9905-CBFAFF47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5821EA-3360-454C-8CC5-C93BCDEB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34379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72BCA-0A07-4001-9FA5-3A3DA29C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D3C2F5-4C71-462C-BC4B-91A8107E0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03D7C5-D822-4A3A-B56D-E680E9D4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471C78-B606-43F5-9A58-E3828FBB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2051AB-2F1D-41C1-A641-13EFE7DB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9724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93D78-E79D-4459-AC75-94B3775D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A53904-279C-479B-AAEB-914DCEF4B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9286D0-41D6-42D7-B77C-3AE3F777F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3125A6-D736-4B90-9E81-954527E2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7BABD3-6912-4966-9BC4-AD724513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EC8A9E-1E35-4EE5-BE10-E3929B0E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3339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3B2BA-5DD0-436B-B0AC-515E2421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18D2F-458F-425C-AD27-64F8C77FD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2649F9-9DCC-4E08-8B65-9F2E66F74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5A4B41-5691-4D2C-AD04-578B92B8A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189E3F-7688-4D11-BCA9-E9766820B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AE4BF0-D014-4D18-8CAF-646F9E1F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EB17AE-57FB-4219-8AFC-D7C490C03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7E9292-7DF4-4392-9D3C-6AB0B55D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16117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F7DD6-58CF-4BC6-9D15-370B4065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265039-36E3-45EC-B486-6768CE98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66D6B2-5E56-4716-B4F0-294948EC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3C03B8-A49A-44DF-8B0E-E283664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26373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9DA1D9-D44C-4F44-8AAB-99D8BA6D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8E3F27-067E-427F-AD9A-B688D38F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CEFDED-C697-4203-827B-701AC58A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5209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CE280-EDBB-42ED-9D85-EF24A237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F6D97-4441-4419-A9B5-342A3DDB8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62684B-AC2F-4485-8E32-F8C6FEC6E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F619AE-240C-4744-87C7-47C0A0E4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2A213-CC86-4ABB-B9F7-08238EAE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D3F6ED-50D8-486B-BC66-F2840274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5720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53B01-72B5-41BD-A4D2-D0D334940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048705-5AE6-43AE-8995-44BF45427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1CCEE-E252-4C8E-AF4F-2DE3FC705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79E1C0-8336-47DA-894D-5529A018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F43E18-41A5-4C06-B52D-1BFD6A19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AC4B9-C706-4F93-B7E4-6FE4D498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734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D27A3-CA72-4574-A140-0D056FA9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D27349-8EC8-410A-BD70-510BD2958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AC017-F28E-44A9-9E84-D2EC7771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DA8787-8FA8-4772-891F-2F45AE39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A3549B-A59A-4D84-B42F-A2B52AFE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51190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657761-BA00-424F-BE38-C3EAC7AF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F36D8F-D828-4406-B386-C0D7F3A58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61404-83CB-4289-8041-1D838818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EBC49-594C-4FAC-86C8-F3EDA184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7D110-B85A-4E42-B0EF-C2FCE1F4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28313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6F4DA07-4715-48D0-9132-F381BB1A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DDE316-AA58-4248-BA49-0375474CD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01D072-1727-4021-80B1-302C5FF83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AB3FB-F8C7-45BB-90B3-DA8FDB2BCDB4}" type="datetimeFigureOut">
              <a:rPr lang="es-UY" smtClean="0"/>
              <a:t>26/6/2026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495A6-0651-4443-B069-589105F10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CDE9C3-AEC6-4958-9D66-883FC45F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561B3-73C9-4A7B-937D-C1944B2892D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4180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02C22-3726-44D8-ACA8-990177B59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10EE81-5140-44BB-9CFB-EA3B0042C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F976A4D-1518-462A-A010-5CBA734C43A9}"/>
              </a:ext>
            </a:extLst>
          </p:cNvPr>
          <p:cNvSpPr txBox="1"/>
          <p:nvPr/>
        </p:nvSpPr>
        <p:spPr>
          <a:xfrm>
            <a:off x="4641448" y="102410"/>
            <a:ext cx="175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DEPLOY – PROD </a:t>
            </a:r>
            <a:endParaRPr lang="es-UY" b="1" dirty="0">
              <a:solidFill>
                <a:srgbClr val="FF0000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B34251C-36F8-45CB-A5E7-04ED05D50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758"/>
            <a:ext cx="12192000" cy="624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2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02C22-3726-44D8-ACA8-990177B59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10EE81-5140-44BB-9CFB-EA3B0042C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BB53A6-38C0-4339-BDA9-317B5DDB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896"/>
            <a:ext cx="12192000" cy="627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4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4ACA5-8E53-46B3-95D0-F1C41B3A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B42ED-23B7-4B1B-9448-08D5118B4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CE9C653-6E06-4CB4-8289-B1666352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221"/>
            <a:ext cx="12192000" cy="613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14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52B6122-40C5-4526-91F6-1E277275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466"/>
            <a:ext cx="12192000" cy="626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2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69B0693-670F-4CEC-8148-39D0CD11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753"/>
            <a:ext cx="12192000" cy="60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12516FF-CF4C-4A97-A01C-1C1B849B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847"/>
            <a:ext cx="12192000" cy="61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0C423C1-86F7-4C7E-A496-F4E26E88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567"/>
            <a:ext cx="12192000" cy="632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5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92E8871-2682-44D5-9AF5-D386261C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248"/>
            <a:ext cx="12192000" cy="63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3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614CBA9-6364-4460-895E-3CB7CD219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968"/>
            <a:ext cx="12192000" cy="58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2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8BA8A2E-DEC8-48AF-A825-5C77230B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598"/>
            <a:ext cx="12192000" cy="631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BA3418F-8173-4E01-8070-6ACF243F3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705"/>
            <a:ext cx="12192000" cy="601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4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47B5CBF-4EBD-4A51-AA1B-F309F682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896"/>
            <a:ext cx="12192000" cy="62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8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DB15DC2-5F7E-4C3D-91DD-EEB5A437F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350"/>
            <a:ext cx="12192000" cy="620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20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97C7891-6C9B-445F-9AD6-DD79E8A4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800"/>
            <a:ext cx="12192000" cy="618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6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09D79A0-3F4C-4E93-B0E5-D3F83197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524"/>
            <a:ext cx="12192000" cy="612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85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3AE0424-F661-41AD-9759-F7F73A59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190"/>
            <a:ext cx="12192000" cy="626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7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E9CFDC-E5FC-4BEF-BF06-317EF4EDB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565"/>
            <a:ext cx="12192000" cy="607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3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C26A06A-CC07-482C-B953-EF6E1241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204"/>
            <a:ext cx="12192000" cy="59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17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24F747C-9547-46AC-9CE5-AB2A19DC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408"/>
            <a:ext cx="12192000" cy="609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6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0838D7C-1F9F-4841-8BE8-6F736DB46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611"/>
            <a:ext cx="12192000" cy="61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64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9BD38CE-003E-4BF4-A39D-D343EEE91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142"/>
            <a:ext cx="12192000" cy="636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20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4310E84-54C7-4D2A-8950-9E66C36E3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590"/>
            <a:ext cx="12192000" cy="60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85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F9EE2C8-82FE-4FCD-84E3-D8284623D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241"/>
            <a:ext cx="12192000" cy="603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5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3</Words>
  <Application>Microsoft Office PowerPoint</Application>
  <PresentationFormat>Panorámica</PresentationFormat>
  <Paragraphs>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ignacio</dc:creator>
  <cp:lastModifiedBy>luis ignacio</cp:lastModifiedBy>
  <cp:revision>13</cp:revision>
  <dcterms:created xsi:type="dcterms:W3CDTF">2026-06-26T12:54:13Z</dcterms:created>
  <dcterms:modified xsi:type="dcterms:W3CDTF">2026-06-27T17:13:36Z</dcterms:modified>
</cp:coreProperties>
</file>